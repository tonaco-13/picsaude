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46304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PicSaúde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640080" y="2743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Prescrição digital pública para o SUS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3657600"/>
            <a:ext cx="27432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38862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Extensão UFPE-CTG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reunião · 26 de maio de 2026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Fabiano Tonaco Borges · Sanitarista computacional · CTG-UFPE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11521440" y="3840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Fabiano Tonaco Borges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Coordenador · Sanitarista computacional · Professor CTG-UFPE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68580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sanitarista de origem,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engenheiro de software.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i="1" dirty="0">
                <a:solidFill>
                  <a:srgbClr val="1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Coordeno o PicSaúde como pesquisa-ação: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lvl="1" marL="685800" indent="-342900">
              <a:spcAft>
                <a:spcPts val="600"/>
              </a:spcAft>
              <a:buSzPct val="100000"/>
              <a:buChar char="◆"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regulação como especificação técnica,</a:t>
            </a:r>
            <a:endParaRPr lang="en-US" sz="1700" dirty="0"/>
          </a:p>
          <a:p>
            <a:pPr lvl="1" marL="685800" indent="-342900">
              <a:spcAft>
                <a:spcPts val="600"/>
              </a:spcAft>
              <a:buSzPct val="100000"/>
              <a:buChar char="◆"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como coluna vertebral,</a:t>
            </a:r>
            <a:endParaRPr lang="en-US" sz="1700" dirty="0"/>
          </a:p>
          <a:p>
            <a:pPr lvl="1" marL="685800" indent="-342900">
              <a:spcAft>
                <a:spcPts val="600"/>
              </a:spcAft>
              <a:buSzPct val="100000"/>
              <a:buChar char="◆"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aberto porque o SUS é público.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863840" y="1783080"/>
            <a:ext cx="37490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0" y="1783080"/>
            <a:ext cx="73152" cy="411480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196596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686800" y="199339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Propriedade intelectual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092440" y="2606040"/>
            <a:ext cx="3383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registrado no INPI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 51 2026 002267-3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PicSaúde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943014573 / 943014883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Licença AGPL-3.0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público, contrapartida proprietária bloqueada.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PicSaúde · Projeto de Extensão UFPE-CTG 2026 · Fabiano Tonaco Borges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37160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237744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i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à altura do SUS.</a:t>
            </a:r>
            <a:endParaRPr lang="en-US" sz="6000" dirty="0"/>
          </a:p>
        </p:txBody>
      </p:sp>
      <p:sp>
        <p:nvSpPr>
          <p:cNvPr id="4" name="Shape 1"/>
          <p:cNvSpPr/>
          <p:nvPr/>
        </p:nvSpPr>
        <p:spPr>
          <a:xfrm>
            <a:off x="1097280" y="4023360"/>
            <a:ext cx="22860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97280" y="42519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SUS é o maior sistema universal de saúde do mundo.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Merece infraestrutura digital pública à altura.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11521440" y="3840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 (1/3) — a prescrição em papel ainda manda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serviço público brasileiro, a receita em papel ainda é a regra. O que isso custa?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41248" y="1892808"/>
            <a:ext cx="384048" cy="38404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" y="310896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41248" y="3310128"/>
            <a:ext cx="384048" cy="38404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40080" y="452628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41248" y="4727448"/>
            <a:ext cx="384048" cy="384048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1892808"/>
            <a:ext cx="384048" cy="38404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737360" y="16459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Rastreabilidade zero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1737360" y="20574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sai da mão do médico e ninguém sabe se foi usada, perdida, falsificada ou jogada fora.</a:t>
            </a:r>
            <a:endParaRPr lang="en-US" sz="14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3310128"/>
            <a:ext cx="384048" cy="38404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737360" y="3063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Fraude estrutural difícil de auditar</a:t>
            </a:r>
            <a:endParaRPr lang="en-US" sz="1900" dirty="0"/>
          </a:p>
        </p:txBody>
      </p:sp>
      <p:sp>
        <p:nvSpPr>
          <p:cNvPr id="18" name="Text 11"/>
          <p:cNvSpPr/>
          <p:nvPr/>
        </p:nvSpPr>
        <p:spPr>
          <a:xfrm>
            <a:off x="1737360" y="34747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assinatura digital nem ledger, identificar quem emitiu, quem alterou e quando depende de inspeção manual.</a:t>
            </a:r>
            <a:endParaRPr lang="en-US" sz="14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4727448"/>
            <a:ext cx="384048" cy="38404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737360" y="44805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Adesão medicamentosa baixa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1737360" y="48920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 não compra, médico não sabe; sem feedback, a terapêutica não se ajusta. Resultado clínico pior.</a:t>
            </a:r>
            <a:endParaRPr lang="en-US" sz="1400" dirty="0"/>
          </a:p>
        </p:txBody>
      </p:sp>
      <p:sp>
        <p:nvSpPr>
          <p:cNvPr id="22" name="Text 14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PicSaúde · Projeto de Extensão UFPE-CTG 2026 · Fabiano Tonaco Borges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11521440" y="3840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 (2/3) — o digital privado falhou no SUS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Receitas digitais existem. Mas a quem servem? E quem fica com o dado clínico?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3949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91640"/>
            <a:ext cx="73152" cy="45720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8288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Soluções privadas hoje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2402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Memed, MV, Tasy, etc.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69748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Proprietárias e fragmentadas</a:t>
            </a:r>
            <a:endParaRPr lang="en-US" sz="14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fornecedor controla um silo de dados clínicos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controle público do dado</a:t>
            </a:r>
            <a:endParaRPr lang="en-US" sz="14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paga, empresa guarda o dado clínico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 regulatório</a:t>
            </a:r>
            <a:endParaRPr lang="en-US" sz="14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de sistema custa anos e milhões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3657600"/>
            <a:ext cx="548640" cy="54864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675120" y="1691640"/>
            <a:ext cx="50292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675120" y="1691640"/>
            <a:ext cx="73152" cy="4572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2"/>
          <p:cNvSpPr/>
          <p:nvPr/>
        </p:nvSpPr>
        <p:spPr>
          <a:xfrm>
            <a:off x="6949440" y="18288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PicSaúde propõe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949440" y="22402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pública gratuita.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949440" y="2697480"/>
            <a:ext cx="4663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Aberto e auditável (AGPL-3.0)</a:t>
            </a:r>
            <a:endParaRPr lang="en-US" sz="14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cidadão, gestor ou auditor inspeciona o código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clínico fica com o serviço público</a:t>
            </a:r>
            <a:endParaRPr lang="en-US" sz="14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 opera, controla e auditá o próprio dado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Integrável sem vendor lock-in</a:t>
            </a:r>
            <a:endParaRPr lang="en-US" sz="14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abertos (HL7/FHIR roadmap); migração não trava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PicSaúde · Projeto de Extensão UFPE-CTG 2026 · Fabiano Tonaco Borges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11521440" y="3840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 (3/3) — o gap que ninguém preencheu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SUS precisa de prescrição digital com 4 características simultâneas.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5321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91640"/>
            <a:ext cx="553212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05740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2402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874520" y="20574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Pública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874520" y="256032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Operada pelo Estado, código aberto, sem dependência de empresa.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355080" y="1691640"/>
            <a:ext cx="55321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355080" y="1691640"/>
            <a:ext cx="553212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Shape 12"/>
          <p:cNvSpPr/>
          <p:nvPr/>
        </p:nvSpPr>
        <p:spPr>
          <a:xfrm>
            <a:off x="6720840" y="205740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24028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680960" y="20574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Auditável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7680960" y="256032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imutável, instance_id forense, assinatura ICP-Brasil.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48640" y="4069080"/>
            <a:ext cx="55321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48640" y="4069080"/>
            <a:ext cx="553212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Shape 17"/>
          <p:cNvSpPr/>
          <p:nvPr/>
        </p:nvSpPr>
        <p:spPr>
          <a:xfrm>
            <a:off x="914400" y="443484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617720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874520" y="44348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Integrável</a:t>
            </a:r>
            <a:endParaRPr lang="en-US" sz="2000" dirty="0"/>
          </a:p>
        </p:txBody>
      </p:sp>
      <p:sp>
        <p:nvSpPr>
          <p:cNvPr id="24" name="Text 19"/>
          <p:cNvSpPr/>
          <p:nvPr/>
        </p:nvSpPr>
        <p:spPr>
          <a:xfrm>
            <a:off x="1874520" y="493776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abertos (HL7/FHIR), sem vendor lock-in regulatório.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6355080" y="4069080"/>
            <a:ext cx="55321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355080" y="4069080"/>
            <a:ext cx="553212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Shape 22"/>
          <p:cNvSpPr/>
          <p:nvPr/>
        </p:nvSpPr>
        <p:spPr>
          <a:xfrm>
            <a:off x="6720840" y="443484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4617720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680960" y="44348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Centrada na saúde</a:t>
            </a:r>
            <a:endParaRPr lang="en-US" sz="2000" dirty="0"/>
          </a:p>
        </p:txBody>
      </p:sp>
      <p:sp>
        <p:nvSpPr>
          <p:cNvPr id="30" name="Text 24"/>
          <p:cNvSpPr/>
          <p:nvPr/>
        </p:nvSpPr>
        <p:spPr>
          <a:xfrm>
            <a:off x="7680960" y="493776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desenhado a partir da norma sanitária e do clínico, não da tecnologia.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PicSaúde · Projeto de Extensão UFPE-CTG 2026 · Fabiano Tonaco Borges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11521440" y="3840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solução (1/4) — arquitetura em 3 camadas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camada tem uma responsabilidade clara. A separação é proposital.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64240" cy="10972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828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0" y="1828800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· prescritor · dispensador · cidadão · validar (HTML/JS)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11064240" cy="10972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0632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Aplicação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0" y="3063240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Python 3.10 · pytest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endpoints REST com RBAC fino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11064240" cy="1097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297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Persistência + auditoria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0" y="4297680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 (prod) / SQLite (demo) · SQLAlchemy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imutável append-only · instance_id forense · ICP-Brasil PAdES-B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532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camada pode ser substituída sem reescrever as outras. Cidadão troca de UI, sistema troca de banco, regulação evolui — sem reforma estrutural.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PicSaúde · Projeto de Extensão UFPE-CTG 2026 · Fabiano Tonaco Borges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11521440" y="3840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solução (2/4) — os 6 princípios que regem o projeto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decisão arquitetural responde a um destes seis princípios.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5661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28800"/>
            <a:ext cx="914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1691640" y="19659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Regulação é especificação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91640" y="26517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derivam da norma, não da preferência técnica.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1691640"/>
            <a:ext cx="35661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828800"/>
            <a:ext cx="914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5486400" y="19659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Auditoria é arquitetura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0" y="26517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imutável é coluna vertebral, não acessório.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1691640"/>
            <a:ext cx="35661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1828800"/>
            <a:ext cx="914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7200" dirty="0"/>
          </a:p>
        </p:txBody>
      </p:sp>
      <p:sp>
        <p:nvSpPr>
          <p:cNvPr id="17" name="Text 15"/>
          <p:cNvSpPr/>
          <p:nvPr/>
        </p:nvSpPr>
        <p:spPr>
          <a:xfrm>
            <a:off x="9281160" y="19659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é fonte de verdade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281160" y="26517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confiar no frontend para estado clínico.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35661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160520"/>
            <a:ext cx="914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1691640" y="42976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Proteção é estrutural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91640" y="49834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instance_id, append-only, sem export em massa.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43400" y="4023360"/>
            <a:ext cx="35661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26280" y="4160520"/>
            <a:ext cx="914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7200" dirty="0"/>
          </a:p>
        </p:txBody>
      </p:sp>
      <p:sp>
        <p:nvSpPr>
          <p:cNvPr id="25" name="Text 23"/>
          <p:cNvSpPr/>
          <p:nvPr/>
        </p:nvSpPr>
        <p:spPr>
          <a:xfrm>
            <a:off x="5486400" y="42976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clique custa um paciente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0" y="49834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mínima é saúde pública, não estética.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138160" y="4023360"/>
            <a:ext cx="35661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21040" y="4160520"/>
            <a:ext cx="914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7200" dirty="0"/>
          </a:p>
        </p:txBody>
      </p:sp>
      <p:sp>
        <p:nvSpPr>
          <p:cNvPr id="29" name="Text 27"/>
          <p:cNvSpPr/>
          <p:nvPr/>
        </p:nvSpPr>
        <p:spPr>
          <a:xfrm>
            <a:off x="9281160" y="42976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 público porque SUS é público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281160" y="49834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AGPL não é ideologia, é estratégia.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PicSaúde · Projeto de Extensão UFPE-CTG 2026 · Fabiano Tonaco Borges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11521440" y="3840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solução (3/4) — o fluxo clínico-operacional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Prescritor → custódia → paciente → dispensador. Cada transição vira evento no ledger.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26060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011680"/>
            <a:ext cx="2606040" cy="82296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00" y="219456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29260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Prescritor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85800" y="342900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Emite digital (assinada)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física (encerrada localmente)</a:t>
            </a:r>
            <a:endParaRPr lang="en-US" sz="1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688" y="3383280"/>
            <a:ext cx="182880" cy="1828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429000" y="2011680"/>
            <a:ext cx="26060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429000" y="2011680"/>
            <a:ext cx="2606040" cy="82296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4860" y="219456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520440" y="29260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Custódia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3566160" y="342900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detém o documento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momento — explícito</a:t>
            </a:r>
            <a:endParaRPr lang="en-US" sz="12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9048" y="3383280"/>
            <a:ext cx="182880" cy="18288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309360" y="2011680"/>
            <a:ext cx="26060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309360" y="2011680"/>
            <a:ext cx="2606040" cy="82296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5220" y="219456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00800" y="29260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Paciente</a:t>
            </a:r>
            <a:endParaRPr lang="en-US" sz="1700" dirty="0"/>
          </a:p>
        </p:txBody>
      </p:sp>
      <p:sp>
        <p:nvSpPr>
          <p:cNvPr id="23" name="Text 16"/>
          <p:cNvSpPr/>
          <p:nvPr/>
        </p:nvSpPr>
        <p:spPr>
          <a:xfrm>
            <a:off x="6446520" y="342900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via carteira digital;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 ao balcão</a:t>
            </a:r>
            <a:endParaRPr lang="en-US" sz="12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9408" y="3383280"/>
            <a:ext cx="182880" cy="18288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9189720" y="2011680"/>
            <a:ext cx="26060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9189720" y="2011680"/>
            <a:ext cx="2606040" cy="82296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55580" y="2194560"/>
            <a:ext cx="457200" cy="45720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9281160" y="29260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Dispensador</a:t>
            </a:r>
            <a:endParaRPr lang="en-US" sz="1700" dirty="0"/>
          </a:p>
        </p:txBody>
      </p:sp>
      <p:sp>
        <p:nvSpPr>
          <p:cNvPr id="29" name="Text 20"/>
          <p:cNvSpPr/>
          <p:nvPr/>
        </p:nvSpPr>
        <p:spPr>
          <a:xfrm>
            <a:off x="9326880" y="342900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assinatura, dispensa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(total ou parcial), encerra</a:t>
            </a:r>
            <a:endParaRPr lang="en-US" sz="1200" dirty="0"/>
          </a:p>
        </p:txBody>
      </p:sp>
      <p:sp>
        <p:nvSpPr>
          <p:cNvPr id="30" name="Shape 21"/>
          <p:cNvSpPr/>
          <p:nvPr/>
        </p:nvSpPr>
        <p:spPr>
          <a:xfrm>
            <a:off x="548640" y="5212080"/>
            <a:ext cx="11064240" cy="640080"/>
          </a:xfrm>
          <a:prstGeom prst="rect">
            <a:avLst/>
          </a:prstGeom>
          <a:solidFill>
            <a:srgbClr val="06303A"/>
          </a:solidFill>
          <a:ln/>
        </p:spPr>
      </p:sp>
      <p:sp>
        <p:nvSpPr>
          <p:cNvPr id="31" name="Text 22"/>
          <p:cNvSpPr/>
          <p:nvPr/>
        </p:nvSpPr>
        <p:spPr>
          <a:xfrm>
            <a:off x="548640" y="5212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transição emite um evento append-only no ledger. Auditoria forense por design.</a:t>
            </a:r>
            <a:endParaRPr lang="en-US" sz="1300" dirty="0"/>
          </a:p>
        </p:txBody>
      </p:sp>
      <p:sp>
        <p:nvSpPr>
          <p:cNvPr id="32" name="Text 23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PicSaúde · Projeto de Extensão UFPE-CTG 2026 · Fabiano Tonaco Borges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11521440" y="3840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solução (4/4) — o que protege o cidadão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Privacidade é propriedade estrutural do sistema, não política escrita em PDF.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26060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85900" y="224028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8780" y="242316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31546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Assinatura ICP-Brasil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1520" y="384048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PAdES-B sobre o documento canônico. Validação por hash + cadeia ICP.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429000" y="1828800"/>
            <a:ext cx="26060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66260" y="224028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9140" y="242316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20440" y="31546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export em massa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611880" y="384048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recusa consultas amplas. Cada acesso é singular e logado.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309360" y="1828800"/>
            <a:ext cx="26060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246620" y="224028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0" y="242316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00800" y="31546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instance_id forense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92240" y="384048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d'água do servidor. Vazamento volta à origem física.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9189720" y="1828800"/>
            <a:ext cx="26060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10126980" y="224028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9860" y="242316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81160" y="31546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RBAC autorizativo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9372600" y="384048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endpoints com owner check. Médico A não lê paciente do médico B.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PicSaúde · Projeto de Extensão UFPE-CTG 2026 · Fabiano Tonaco Borges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11521440" y="3840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estamos hoje (1/3) — o que já está pronto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Maio/2026. Backend funcional, com cobertura de testes e segurança auditada.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26060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73152" cy="3291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0312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731520" y="34290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etapas técnicas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fechadas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2519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instance_id · carteira · OTP · RBAC · autorização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29000" y="1828800"/>
            <a:ext cx="26060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1828800"/>
            <a:ext cx="73152" cy="3291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3611880" y="210312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140+</a:t>
            </a:r>
            <a:endParaRPr lang="en-US" sz="6400" dirty="0"/>
          </a:p>
        </p:txBody>
      </p:sp>
      <p:sp>
        <p:nvSpPr>
          <p:cNvPr id="15" name="Text 13"/>
          <p:cNvSpPr/>
          <p:nvPr/>
        </p:nvSpPr>
        <p:spPr>
          <a:xfrm>
            <a:off x="3611880" y="34290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automatizados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11880" y="42519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focal em fluxo crítico e regressão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1828800"/>
            <a:ext cx="26060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1828800"/>
            <a:ext cx="73152" cy="3291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210312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6400" dirty="0"/>
          </a:p>
        </p:txBody>
      </p:sp>
      <p:sp>
        <p:nvSpPr>
          <p:cNvPr id="20" name="Text 18"/>
          <p:cNvSpPr/>
          <p:nvPr/>
        </p:nvSpPr>
        <p:spPr>
          <a:xfrm>
            <a:off x="6492240" y="34290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vulnerabilidades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fechadas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92240" y="42519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CODEX com 3 ciclos + rodada pós-impl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89720" y="1828800"/>
            <a:ext cx="26060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89720" y="1828800"/>
            <a:ext cx="73152" cy="3291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9372600" y="210312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400" dirty="0"/>
          </a:p>
        </p:txBody>
      </p:sp>
      <p:sp>
        <p:nvSpPr>
          <p:cNvPr id="25" name="Text 23"/>
          <p:cNvSpPr/>
          <p:nvPr/>
        </p:nvSpPr>
        <p:spPr>
          <a:xfrm>
            <a:off x="9372600" y="34290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revisão por ticket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372600" y="42519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pré-impl · Code impl · CODEX pós-impl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motor funciona — localmente. Falta torná-lo público.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PicSaúde · Projeto de Extensão UFPE-CTG 2026 · Fabiano Tonaco Borges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11521440" y="3840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estamos (2/3) — o que falta para abrir ao público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Próximas 2-3 semanas. Marcos técnicos curtos, conhecidos, sem novidade.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3840480"/>
            <a:ext cx="10424160" cy="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7008" y="3675888"/>
            <a:ext cx="329184" cy="329184"/>
          </a:xfrm>
          <a:prstGeom prst="ellipse">
            <a:avLst/>
          </a:prstGeom>
          <a:solidFill>
            <a:srgbClr val="02C39A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" y="3246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semana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" y="4160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DEMO_MODE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" y="46634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público com personas pré-semeadas. Sem login real.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950208" y="3675888"/>
            <a:ext cx="329184" cy="329184"/>
          </a:xfrm>
          <a:prstGeom prst="ellipse">
            <a:avLst/>
          </a:prstGeom>
          <a:solidFill>
            <a:srgbClr val="02C39A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0" y="3246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34640" y="4160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Dockerfile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834640" y="46634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reproduzível para deploy em qualquer cloud.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93408" y="3675888"/>
            <a:ext cx="329184" cy="329184"/>
          </a:xfrm>
          <a:prstGeom prst="ellipse">
            <a:avLst/>
          </a:prstGeom>
          <a:solidFill>
            <a:srgbClr val="02C39A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3246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semana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77840" y="4160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Render + frontend Cloudflare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77840" y="46634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pública. Comunidade pode testar e dar feedback.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436608" y="3675888"/>
            <a:ext cx="329184" cy="329184"/>
          </a:xfrm>
          <a:prstGeom prst="ellipse">
            <a:avLst/>
          </a:prstGeom>
          <a:solidFill>
            <a:srgbClr val="02C39A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3246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21040" y="4160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good-first-issues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21040" y="46634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issues de baixa entrada para contribuidores.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pública até início de junho. Comunidade pode testar antes de qualquer município aderir.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PicSaúde · Projeto de Extensão UFPE-CTG 2026 · Fabiano Tonaco Borges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91440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920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extensão importa agora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097280" y="2880360"/>
            <a:ext cx="10058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funciona. 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ninguém usa em ambiente real ainda.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de olhos clínicos para validar fluxo.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de voz sanitarista para acessar SMS.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de mãos técnicas para deploy e issues.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de comunicação para chegar até o município.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11521440" y="3840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vocês entram (1/4) — 4 frentes de trabalho propostas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Negociáveis hoje. Cada um conta sua formação e interesse — distribuímos juntos.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5321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3721608"/>
            <a:ext cx="553212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196596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4884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737360" y="192024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Clínico-regulatória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737360" y="233172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 · Enfermagem · Farmácia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14400" y="2788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fluxo de prescrição-dispensação, traduzir RDC 1.000/2025, definir casos de uso reais.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355080" y="1691640"/>
            <a:ext cx="55321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55080" y="3721608"/>
            <a:ext cx="553212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Shape 13"/>
          <p:cNvSpPr/>
          <p:nvPr/>
        </p:nvSpPr>
        <p:spPr>
          <a:xfrm>
            <a:off x="6629400" y="196596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148840"/>
            <a:ext cx="411480" cy="411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543800" y="192024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Técnica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7543800" y="233172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Informática · Eng. Biomédica · Eng. de Software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720840" y="2788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Contribuir código via good-first-issues, testar, ajudar deploy e Dockerfile.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48640" y="4023360"/>
            <a:ext cx="55321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48640" y="6053328"/>
            <a:ext cx="553212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3" name="Shape 19"/>
          <p:cNvSpPr/>
          <p:nvPr/>
        </p:nvSpPr>
        <p:spPr>
          <a:xfrm>
            <a:off x="822960" y="429768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480560"/>
            <a:ext cx="411480" cy="4114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737360" y="425196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Sanitarista / Saúde Coletiva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1737360" y="466344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Coletiva · Saúde Pública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914400" y="51206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municípios alvo, contexto local de PE, indicadores, gatekeepers nas SMS.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6355080" y="4023360"/>
            <a:ext cx="55321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355080" y="6053328"/>
            <a:ext cx="553212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0" name="Shape 25"/>
          <p:cNvSpPr/>
          <p:nvPr/>
        </p:nvSpPr>
        <p:spPr>
          <a:xfrm>
            <a:off x="6629400" y="429768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4480560"/>
            <a:ext cx="411480" cy="41148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543800" y="425196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Comunicação / Jurídica</a:t>
            </a:r>
            <a:endParaRPr lang="en-US" sz="1800" dirty="0"/>
          </a:p>
        </p:txBody>
      </p:sp>
      <p:sp>
        <p:nvSpPr>
          <p:cNvPr id="33" name="Text 27"/>
          <p:cNvSpPr/>
          <p:nvPr/>
        </p:nvSpPr>
        <p:spPr>
          <a:xfrm>
            <a:off x="7543800" y="466344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· Comunicação · Design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6720840" y="51206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Pacote para SMS, modelo de parceria/comodato, materiais institucionais e website.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PicSaúde · Projeto de Extensão UFPE-CTG 2026 · Fabiano Tonaco Borges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11521440" y="3840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vocês entram (2/4) — como contribuir na prática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de colaboração pronta. Vocês entram no fluxo já existente.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011680"/>
            <a:ext cx="33832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94560" y="23774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4580" y="253746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05840" y="3154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097280" y="379476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Tonaco-13/PicSaude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para vocês como colaboradores.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Issues, PRs, code review.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663440" y="2011680"/>
            <a:ext cx="33832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35040" y="23774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5060" y="253746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46320" y="3154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Reuniões quinzenais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4937760" y="379476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+ decisões.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reuniões: trabalho assíncrono.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breve a cada 2 semanas.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503920" y="2011680"/>
            <a:ext cx="33832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875520" y="23774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5540" y="253746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686800" y="3154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Canal assíncrono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8778240" y="379476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ou Discord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(definimos hoje).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dúvidas rápidas e coordenação.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PicSaúde · Projeto de Extensão UFPE-CTG 2026 · Fabiano Tonaco Borges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11521440" y="3840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vocês entram (3/4) — o que se espera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Compromisso realista, calibrado com a carga acadêmica de vocês.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64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783080"/>
            <a:ext cx="73152" cy="123444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4884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1920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 horária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554480" y="23774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definir conforme regulação da extensão UFPE (PROEXC). Trabalho efetivo distribuído entre reunião + assíncrono.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3200400"/>
            <a:ext cx="11064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3200400"/>
            <a:ext cx="73152" cy="123444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56616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54480" y="33375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Engajamento de fluxo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1554480" y="37947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Participar das reuniões quinzenais; manter PRs/tarefas em andamento; reportar bloqueios cedo.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48640" y="4617720"/>
            <a:ext cx="11064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48640" y="4617720"/>
            <a:ext cx="73152" cy="123444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98348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54480" y="4754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 + crédito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554480" y="52120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relatório mensal de progresso (curto). Contribuições ficam registradas no GitHub e contam para crédito acadêmico.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PicSaúde · Projeto de Extensão UFPE-CTG 2026 · Fabiano Tonaco Borges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11521440" y="3840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vocês entram (4/4) — próximos passos concretos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Saímos daqui hoje com 3 decisões tomadas.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36118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2468880"/>
            <a:ext cx="1051560" cy="10515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24688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731520" y="37033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Apresentações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" y="429768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 conta formação, interesse, e o que gostaria de fazer.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89120" y="2103120"/>
            <a:ext cx="36118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0" y="2468880"/>
            <a:ext cx="1051560" cy="10515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0" y="24688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4572000" y="37033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Escolha de frente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63440" y="429768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sexta 30/05 — cada um confirma a frente preferida por mensagem.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0" y="2103120"/>
            <a:ext cx="36118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09760" y="2468880"/>
            <a:ext cx="1051560" cy="10515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9509760" y="24688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8412480" y="37033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Próxima reunião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503920" y="429768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 definir hoje. Sai com primeiras tarefas distribuídas.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PicSaúde · Projeto de Extensão UFPE-CTG 2026 · Fabiano Tonaco Borges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6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46304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560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SUS é o maior sistema universal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48640" y="32461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saúde do mundo.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486400" y="4114800"/>
            <a:ext cx="118872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4297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i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Merece software à altura.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548640" y="53035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Bem-vindos ao PicSaúde.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PicSaúde — Extensão UFPE-CTG 2026</dc:title>
  <dc:subject>PptxGenJS Presentation</dc:subject>
  <dc:creator>Fabiano Tonaco Borges</dc:creator>
  <cp:lastModifiedBy>Fabiano Tonaco Borges</cp:lastModifiedBy>
  <cp:revision>1</cp:revision>
  <dcterms:created xsi:type="dcterms:W3CDTF">2026-05-24T13:41:01Z</dcterms:created>
  <dcterms:modified xsi:type="dcterms:W3CDTF">2026-05-24T13:41:01Z</dcterms:modified>
</cp:coreProperties>
</file>